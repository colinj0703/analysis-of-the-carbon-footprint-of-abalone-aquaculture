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30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71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29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41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29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09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837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27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49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17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18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99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1667D-2EAD-4D6B-8570-511D76DD31A0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3A152-5ACF-4755-B41D-24827F740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17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BDEF3FB7-BE23-438A-BB8C-3587D8BE0456}"/>
              </a:ext>
            </a:extLst>
          </p:cNvPr>
          <p:cNvGrpSpPr/>
          <p:nvPr/>
        </p:nvGrpSpPr>
        <p:grpSpPr>
          <a:xfrm>
            <a:off x="53095" y="1496138"/>
            <a:ext cx="6715773" cy="6024892"/>
            <a:chOff x="53095" y="1496138"/>
            <a:chExt cx="6715773" cy="602489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4C53BF7-36D6-429F-A9D3-6A21BB9D9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95" y="1496138"/>
              <a:ext cx="6715773" cy="6024892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C8E1BAF-D60B-41AA-A590-37704AB2D3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01" t="2965" r="12507" b="16341"/>
            <a:stretch/>
          </p:blipFill>
          <p:spPr>
            <a:xfrm>
              <a:off x="2263275" y="5424269"/>
              <a:ext cx="179254" cy="19601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74F032C-971E-4D81-83ED-43C0B6E246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60" t="3088" r="8765" b="17654"/>
            <a:stretch/>
          </p:blipFill>
          <p:spPr>
            <a:xfrm>
              <a:off x="2271311" y="5628641"/>
              <a:ext cx="191537" cy="185642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8E9CE45-CFD7-4A2B-A9D3-50F774C09A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7" t="11002" r="9554" b="20240"/>
            <a:stretch/>
          </p:blipFill>
          <p:spPr>
            <a:xfrm>
              <a:off x="4790867" y="5046593"/>
              <a:ext cx="252000" cy="20531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757B71D-6C7A-446C-80DE-088557453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40" t="5529" r="11634" b="16882"/>
            <a:stretch/>
          </p:blipFill>
          <p:spPr>
            <a:xfrm>
              <a:off x="1895513" y="5814283"/>
              <a:ext cx="189998" cy="193904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7AFB483-9882-449A-A701-61E79EFB3B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11" t="16271" r="6309" b="27128"/>
            <a:stretch/>
          </p:blipFill>
          <p:spPr>
            <a:xfrm>
              <a:off x="2477341" y="5264390"/>
              <a:ext cx="252000" cy="170039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7D8760B-9D85-4B7D-9A2E-34F3851B04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3" t="10039" r="7975" b="26576"/>
            <a:stretch/>
          </p:blipFill>
          <p:spPr>
            <a:xfrm>
              <a:off x="5253776" y="4834006"/>
              <a:ext cx="252000" cy="187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552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A4 纸张(210x297 毫米)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Ting Jiang</dc:creator>
  <cp:lastModifiedBy>Ting Jiang</cp:lastModifiedBy>
  <cp:revision>3</cp:revision>
  <dcterms:created xsi:type="dcterms:W3CDTF">2025-09-09T05:38:39Z</dcterms:created>
  <dcterms:modified xsi:type="dcterms:W3CDTF">2025-10-17T13:41:36Z</dcterms:modified>
</cp:coreProperties>
</file>