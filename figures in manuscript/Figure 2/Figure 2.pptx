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30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4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7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93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05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78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30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37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52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05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6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A945B-B446-49F3-92DB-A70DF70B0C6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EA8D7-417B-4501-8B73-62FD9991E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00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5F83206-2D8A-4BBE-8D14-B375B2178705}"/>
              </a:ext>
            </a:extLst>
          </p:cNvPr>
          <p:cNvGrpSpPr/>
          <p:nvPr/>
        </p:nvGrpSpPr>
        <p:grpSpPr>
          <a:xfrm>
            <a:off x="989119" y="2448555"/>
            <a:ext cx="5151130" cy="5008890"/>
            <a:chOff x="989119" y="2448555"/>
            <a:chExt cx="5151130" cy="500889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12F82F0-8852-4A96-A62B-7AAB2FACC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119" y="2448555"/>
              <a:ext cx="5151130" cy="5008890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39FBE29-8C6A-48C7-8EDF-2C8EDF5D4594}"/>
                </a:ext>
              </a:extLst>
            </p:cNvPr>
            <p:cNvSpPr/>
            <p:nvPr/>
          </p:nvSpPr>
          <p:spPr>
            <a:xfrm>
              <a:off x="5355384" y="3094567"/>
              <a:ext cx="173405" cy="108796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  <a:alpha val="20000"/>
                  </a:schemeClr>
                </a:gs>
                <a:gs pos="100000">
                  <a:schemeClr val="bg1">
                    <a:lumMod val="9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D09C97E8-E81F-4677-9896-26461A596B23}"/>
                </a:ext>
              </a:extLst>
            </p:cNvPr>
            <p:cNvSpPr/>
            <p:nvPr/>
          </p:nvSpPr>
          <p:spPr>
            <a:xfrm rot="10800000">
              <a:off x="5125639" y="3094563"/>
              <a:ext cx="229741" cy="1049870"/>
            </a:xfrm>
            <a:prstGeom prst="triangle">
              <a:avLst>
                <a:gd name="adj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  <a:alpha val="20000"/>
                  </a:schemeClr>
                </a:gs>
                <a:gs pos="100000">
                  <a:schemeClr val="bg1">
                    <a:lumMod val="95000"/>
                    <a:alpha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0C07BBB-29BF-4E0F-B43B-CE6B09762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0952" y="2888879"/>
              <a:ext cx="565360" cy="45389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97E567C-4E2E-49E5-8129-DC6113515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4447" y="4082978"/>
              <a:ext cx="229741" cy="199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384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0</Words>
  <Application>Microsoft Office PowerPoint</Application>
  <PresentationFormat>A4 纸张(210x297 毫米)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Ting Jiang</dc:creator>
  <cp:lastModifiedBy>Ting Jiang</cp:lastModifiedBy>
  <cp:revision>11</cp:revision>
  <dcterms:created xsi:type="dcterms:W3CDTF">2025-09-07T13:37:31Z</dcterms:created>
  <dcterms:modified xsi:type="dcterms:W3CDTF">2025-10-17T14:00:26Z</dcterms:modified>
</cp:coreProperties>
</file>